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 plan calqué sur les 4 livrables attendus, puis la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le décor métier avant la technique : à qui sert l'assistant et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Analogie : répondre avec la fiche sous les yeux plutôt que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les deux temps (indexation hors-ligne vs interrogation temps réel), le maillon partagé qu'est l'index FAISS, et le chargement unique des modèles au démarrage (performance).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l'axe « gestion des données » de la discussion. Insister sur l'ingénierie réelle : contournement du 403 (fetch par agendas + re-filtrage ville), bug de pagination corrigé (curseur au lieu d'offset), gestion des manques et du biais thématique. ~1500 événements, médiane ~1000 caractères/événement.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gating est un argument fort : honnêteté du système et économie d'appels API. Détails si challengé (axe « choix de modèle ») : top-k = 4 passages récupérés, température 0.2 (réponses factuelles et reproductibles), seuil cosinus ≈ 0,9. Embeddings en local (≠ API Mistral) pour le coût, la reproductibilité et la confidentialité ; Mistral réservé à la génération.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 GitHub Actions : job qualité (ruff + 78 tests) à chaque push/PR ; job d'évaluation (pipeline complet fetch → preprocess → build_index → evaluate) déclenchable manuellement, artefacts publiés. Sources dédupliquées par identifiant d'événement avant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en direct : basculer vers Swagger /docs ; garder un scénario de refus.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Jeu annoté à la main (20 questions, réponses fondées sur les événements réellement indexés). Métriques : similarité sémantique, couverture des infos clés, classification, Ragas. Renvoyer au rapport technique (docs/rapport_technique.md) ; assumer le recul sur les métriques (artefact hors-périmètre).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Parcourir le dépôt en direct sur GitHub : montrer rag/ (métier) vs api/ (HTTP), puis dérouler le pipeline scripts/ (fetch → preprocess → build_index) et les outils.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Reproductibilité (axe industrialisation) : uv.lock + .python-version figent les versions → installs déterministes. Secrets hors dépôt et hors image ; côté CI, stockés dans GitHub Secrets. Pipeline d'indexation rejouable de zéro (fetch → preprocess → build_index).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Assumer les limites ouvertement (axe « limites de la solution actuelle ») et montrer que chacune a une piste d'industrialisation concrète — c'est l'axe « reproductibilité / industrialisation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37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PROJET 7  •  FORMATION AI ENGINEER  •  SYSTÈME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Assistant intelligent de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recommandation d'événements culturels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Un système RAG pour Puls-Events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LangChain • FAISS • Mistral • FastAPI • Docker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Lamine CAMARA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Soutenance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DÉROULÉ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1 · Le système RAG développé — contexte, architecture, données, modèle.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2 · Démonstration de l'API en direct (interrogation → réponse).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3 · Rapport technique &amp; résultats d'évaluation.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4 · Structure du dépôt GitHub &amp; principaux scripts.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Puis discussion : choix modèle/archi · données &amp; embeddings · évaluation ·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limites · reproductibilité, industrialisation &amp; usage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01  • 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Contexte &amp; problème métier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Puls-Events : plateforme de recommandation d'événements culturels.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Besoin : un assistant qui répond en langage naturel sur les événements à venir.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Ex. « Quels concerts de jazz à Paris ? », « Une expo près de la Cité des sciences ? ».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Difficulté : une offre qui change sans cesse et des faits (dates, lieux) à ne pas se tromper.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02  •  PRINCIPE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Qu'est-ce qu'un système RAG  ? (sans jargon)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Un LLM seul répond « de mémoire » : risque d'événements faux ou périmés.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RAG = Retrieval-Augmented Generation.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1) on RÉCUPÈRE d'abord des événements réels dans une base à jour ;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2) le LLM RÉDIGE la réponse UNIQUEMENT à partir de ces événements.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Bénéfice : la fluidité d'un LLM + l'exactitude d'une base de données.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03  • 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Objectifs du POC &amp; périmètre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Faisabilité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De l'API Open Agenda à une réponse sourcée, une chaîne RAG complète de bout en bout.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Valeur métier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Des réponses pertinentes, honnêtes et directement exploitables par les équipes.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Performance &amp; reproductibilité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Chargement unique des modèles, conteneurisation, environnement figé et rejouable.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15968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Périmètre du POC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Paris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zone ciblée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93592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93592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&lt; 1 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fenêtre temporelle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9944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9944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~1500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1383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événements indexés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26296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26296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4146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17736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chunks vectorisés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04  •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Architecture du système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INDEXATION   ·   hors-ligne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Open 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API publique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1810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Pré-traitement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pandas → Parquet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5274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Chunks +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MiniLM 384d · CPU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8738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20" y="2286000"/>
            <a:ext cx="2377440" cy="10972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Index FAISS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F2937"/>
                </a:solidFill>
                <a:latin typeface="Calibri"/>
              </a:rPr>
              <a:t>IndexFlatL2 · cosinus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6118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</a:t>
            </a:r>
            <a:r>
              <a:rPr sz="1250" b="0">
                <a:solidFill>
                  <a:srgbClr val="374151"/>
                </a:solidFill>
                <a:latin typeface="Calibri"/>
              </a:rPr>
              <a:t>L'index FAISS et le modèle d'embeddings sont chargés une seule fois au démarrage de l'API.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60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INTERROGATION   ·   temps réel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langage naturel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11810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20440" y="4572000"/>
            <a:ext cx="2377440" cy="10972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Recherche FAISS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359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F2937"/>
                </a:solidFill>
                <a:latin typeface="Calibri"/>
              </a:rPr>
              <a:t>top-k + seuil (gating)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95274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Génération Mistral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contexte → réponse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78738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8972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2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Réponse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+ sources citées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8978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</a:t>
            </a:r>
            <a:r>
              <a:rPr sz="1250" b="0">
                <a:solidFill>
                  <a:srgbClr val="374151"/>
                </a:solidFill>
                <a:latin typeface="Calibri"/>
              </a:rPr>
              <a:t>Séparation nette : logique métier (rag/) vs exposition HTTP (api/).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05  • 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Des données brutes au jeu structuré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Contrainte API : endpoint global /events fermé (403) → repli par agendas « Paris », puis re-filtrage sur la ville réelle des événements.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Robustesse : pagination par curseur (bug d'offset contourné), retries + back-off, déduplication par identifiant.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Nettoyage : champs multilingues (fr prioritaire), HTML décodé, dates normalisées, événements sans contenu écartés.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Diversité : plafond par agenda pour limiter un biais thématique (~1/3 d'événements religieux).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Sortie : 1500 événements (16 agendas), jeu typé au format Parquet — choisi pour son I/O rapide et typé.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06  •  VECTORISATION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Recherche par le sens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Chunking : RecursiveCharacterTextSplitter (800 caractères, chevauchement 100).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Embeddings : sentence-transformers multilingue (MiniLM-L12-v2, 384 dim), en LOCAL sur CPU.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Vecteurs normalisés → distance L2 ≈ similarité cosinus.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Index FAISS IndexFlatL2 : recherche exacte, rappel 100 %, instantanée à cette échelle.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Métadonnées stockées avec chaque vecteur (titre, date, lieu, url) → restitution des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07  •  GÉNÉRATION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Mistral + garde-fous anti-hallucination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LLM : Mistral (mistral-small-latest) — qualité en français, coût maîtrisé, intégré à LangChain.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Prompt système : répondre EXCLUSIVEMENT à partir du contexte, ne rien inventer, citer date/lieu.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Gating : si aucun événement pertinent (seuil cosinus) → refus honnête SANS appeler le LLM.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Résultat : pas d'invention, et une réponse déterministe + économique hors-périmètre.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08  • 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API REST &amp; robustesse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95728"/>
            <a:ext cx="841248" cy="40233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395728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395728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état du service + nb d'événements indexés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54096"/>
            <a:ext cx="841248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54096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3054096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54096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question → réponse + sources citées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12463"/>
            <a:ext cx="841248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12463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712463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/rebuild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712463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reconstruit l'index (jeton X-API-Token)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70831"/>
            <a:ext cx="841248" cy="40233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1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370831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370831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documentation Swagger auto-générée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19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374151"/>
                </a:solidFill>
                <a:latin typeface="Calibri"/>
              </a:rPr>
              <a:t>Index FAISS + modèle d'embeddings chargés une seule fois au démarrage (lifespan).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874519"/>
            <a:ext cx="4800600" cy="2331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874519"/>
            <a:ext cx="91440" cy="2331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011680"/>
            <a:ext cx="4343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Gestion des erreurs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254203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254203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254203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question vide / champ manquant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295351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95351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295351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index absent (assistant non chargé)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78040" y="336499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336499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336499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jeton /rebuild invalide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377647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77647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377647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erreur interne — détail jamais exposé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389120"/>
            <a:ext cx="4800600" cy="1783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03720" y="4389120"/>
            <a:ext cx="91440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4526280"/>
            <a:ext cx="4343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Qualité &amp; robustesse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983480"/>
            <a:ext cx="4297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78 tests automatisés (unitaires + API).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CI GitHub Actions : lint + tests à chaque push.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Jeton /rebuild comparé en temps constant.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09  •  DÉMO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Démonstration live de l'API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1 : « Quels concerts de jazz à Paris ? » → Jazzycolors, Café Maa…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2 : « Une expo de peinture à voir à Paris ? » → Mai-Thu Perret…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3 : question hors-périmètre → refus honnête (pas d'invention).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Le tout servi par le conteneur Docker, en local (Swagger /docs).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10  • 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Rapport technique &amp; évaluation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0.71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Similarité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sémantique moy.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2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93592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0.88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Couverture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des infos clés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9944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9944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16/20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3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Réponses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correctes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26296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26296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296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100 %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Correct par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lieu &amp; période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118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52"/>
                </a:solidFill>
                <a:latin typeface="Calibri"/>
              </a:rPr>
              <a:t>Réussite par catégorie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69663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Lieu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4206240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54680" y="4206240"/>
            <a:ext cx="2651760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4169663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100 %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645151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Période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54680" y="4681727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54680" y="4681727"/>
            <a:ext cx="2651760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645151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100 %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120639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Type d'événement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4680" y="5157215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54680" y="5157215"/>
            <a:ext cx="2121408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39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80 %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596127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Hors-périmètre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5632703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54680" y="5632703"/>
            <a:ext cx="875080" cy="2377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5596127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33 %*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2360" y="3611880"/>
            <a:ext cx="4114800" cy="254203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360" y="3611880"/>
            <a:ext cx="91440" cy="25420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37947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Recul critique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4297680"/>
            <a:ext cx="3611880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* Un refus hors-périmètre — pourtant le bon comportement — est compté « incorrect » par la métrique.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Les 16/20 sont donc un plancher pessimiste ; détail complet dans le rapport technique.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11  •  DÉPÔT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Structure du dépôt &amp; principaux scripts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806440" cy="4297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91440" cy="4297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54864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projet7/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rag/         cœur métier RAG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data_loader · preprocessing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chunking · embeddings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vectorstore · chain · config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api/         FastAPI (main, schemas)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scripts/     pipeline &amp; outils CLI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tests/       78 tests (10 fichiers)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eval/        jeu annoté + rapports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docs/        fiches + rapport tech.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Dockerfile · docker-compose.yml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└── pyproject.toml · uv.lock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874519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Pipeline d'indexation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2377440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377440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1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fetch_events.py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26296" y="2898648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0" y="3044952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044952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2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preprocess_events.py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226296" y="3566160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3712464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12464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3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build_index.py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256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Autres 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837176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search.py — recherche sémantique en CLI.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evaluate_rag.py — évaluation de la qualité.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check_imports.py — vérification des dépendances.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build_presentation.py — ce support.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12  •  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Conteneurisation &amp; reproductibilité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Image Docker : API + index FAISS + modèle d'embeddings EMBARQUÉS → démarrage hors-ligne.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Seule la génération Mistral appelle le réseau, au moment de la requête.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PyTorch CPU épinglé (projet 100 % CPU) → image ~3,8 Go au lieu de ~11,6 Go.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Environnement figé avec uv (pyproject + uv.lock) → installs déterministes.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Secrets jamais versionnés ni copiés dans l'image : injectés au run via --env-file.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13  • 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Limites &amp; pistes d'industrialisation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4617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LIMITE ACTUELLE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874519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PISTE D'INDUSTRIALISATION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8600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Couverture : 1 ville, instantané figé des données.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28600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28600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Fraîcheur : ingestion planifiée + /rebuild automatisé.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68112" y="258775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24612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4612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Rappel : requêtes par type d'événement parfois incomplètes.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24612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24612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Recherche hybride (lexicale + vectorielle) + reranking.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468112" y="354787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420624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0624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Coût &amp; latence de l'appel au LLM externe (Mistral).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20624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20624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Cache de réponses, quotas, observabilité des coûts LLM.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68112" y="450799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5166359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166359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Recherche exacte FAISS dimensionnée pour le POC (~4K vecteurs).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66359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166359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Index IVF/HNSW, base vectorielle managée, auth &amp; rate-limiting.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468112" y="546811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37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DISCUSSION  •  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Questions 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Choix · données &amp; embeddings · évaluation · limites · industrialisation.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Code · rapport technique · fiches d'étape disponibles dans le dépôt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Lamine CAMARA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Assistant RAG — Puls-Events (POC)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